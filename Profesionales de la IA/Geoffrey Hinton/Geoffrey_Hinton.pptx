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5D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188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1CEF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PROFESIONALES DE LA 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Geoffrey Hinton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88720" y="58521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BDF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científico que construyó la IA moderna — y ahora dice que puede destruir a la humanidad.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7589520"/>
            <a:ext cx="2145792" cy="411480"/>
          </a:xfrm>
          <a:prstGeom prst="roundRect">
            <a:avLst>
              <a:gd name="adj" fmla="val 48889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75895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DF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Premio Turing 2018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99104" y="7589520"/>
            <a:ext cx="2145792" cy="411480"/>
          </a:xfrm>
          <a:prstGeom prst="roundRect">
            <a:avLst>
              <a:gd name="adj" fmla="val 48889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9104" y="75895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DF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Nobel de Física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9488" y="7589520"/>
            <a:ext cx="2145792" cy="411480"/>
          </a:xfrm>
          <a:prstGeom prst="roundRect">
            <a:avLst>
              <a:gd name="adj" fmla="val 48889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9488" y="7589520"/>
            <a:ext cx="2145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DF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Ex-Google Brain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TRAYECTORIA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1986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188720" y="438912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1986, publicó el descubrimiento que hace posible que las máquinas aprendan. Sin él, no existiría ninguna IA actual.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TRAYECTORIA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2012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188720" y="438912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2012, su equipo demostró que se podían crear programas que simulen “inteligencia”, dando inicio a la revolución de la IA.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TRAYECTORIA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2018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188720" y="438912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2018, recibió el premio Turing, que es como el “Nobel de la Computación”.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017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GIRO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2022, una IA hizo algo que él pensaba que tardaría décadas en pasar, y en meses cambió de opinión sobre todo lo que había construido.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6949440"/>
            <a:ext cx="109728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TRAYECTORIA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188720" y="438912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2024, ganó el Premio Nobel de Física — y usó el discurso para advertirle al mundo sobre los peligros de la IA.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D5BCF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“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Hay una amenaza existencial de más largo plazo que surgirá cuando creemos seres digitales más inteligentes que nosotros. No tenemos idea de si podemos mantenernos en control.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188720" y="7040880"/>
            <a:ext cx="109728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7223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GEOFFREY HINTON  ·  DISCURSO DEL NOBEL, DICIEMBRE 2024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2926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PARA PENSAR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56616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¿Es responsable seguir construyendo algo que sus propios creadores admiten que no pueden controlar?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6949440"/>
            <a:ext cx="109728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8229600"/>
          </a:xfrm>
          <a:prstGeom prst="rect">
            <a:avLst>
              <a:gd name="adj" fmla="val 2000"/>
            </a:avLst>
          </a:prstGeom>
          <a:ln w="3175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PRÓXIMO PERFIL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3749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¿Quién sigue?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023360" y="4983480"/>
            <a:ext cx="1097280" cy="685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53492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Seguinos para conocer a las personas detrás del debate más importante del siglo.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6766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9B5DE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@UNPIBEDECOMPU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Geoffrey Hinton — Profesionales de la IA</dc:title>
  <dc:subject>PptxGenJS Presentation</dc:subject>
  <dc:creator>unpibedecompu</dc:creator>
  <cp:lastModifiedBy>unpibedecompu</cp:lastModifiedBy>
  <cp:revision>1</cp:revision>
  <dcterms:created xsi:type="dcterms:W3CDTF">2026-05-13T17:17:32Z</dcterms:created>
  <dcterms:modified xsi:type="dcterms:W3CDTF">2026-05-13T17:17:32Z</dcterms:modified>
</cp:coreProperties>
</file>